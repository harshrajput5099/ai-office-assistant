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Office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Offline AI powered document processing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PDF, DOCX, PPTX, TXT summarization using T5 and Mistral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backend, Flutter frontend, T5-small model, Mistral 7B via Ollama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